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0D1D6-D9BC-4EE0-A494-D0573E5E459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01AB3-FE56-40D3-B04B-47C99072A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39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01AB3-FE56-40D3-B04B-47C99072A96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651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CEDD9-A87E-FE71-003F-7A98EC398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158AAC-61EF-91E3-9235-2B2D3D6C3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E0CF3-21DC-5D28-C726-91880D2B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B2901-67B7-CEFC-C1D2-EE08E690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65AD9-9410-59EF-220E-3F29F1CF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90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EC84E-E28A-3AA8-3CDB-111BDAAF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849FC-8B23-A1B5-C4C4-5DCC8CDFE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624C6-6B22-B255-E5FC-565D48D0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D4D3B-65DA-01A7-B8A5-E1AAF234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36874-DDC3-E3DA-5E25-5B5CD175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82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5F923-614A-87A4-7006-61C59D37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87BEB-2152-1CF6-D1C0-543317841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12F7E-149A-61E6-F51C-CAD678F6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33B3F-B0DE-2D72-DF62-1127F449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7BF684-DD16-C000-7390-7F44FD29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74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EB8FF-C6E9-CF9A-6C83-AB979523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69DD2E-DA59-043E-8776-D29327F48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6E20C3-DB64-EB18-547B-902E14660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B84BBF-4696-C993-BA11-E31AD7ED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A2432C-38D5-628C-C77F-1EFF144B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31C065-CF20-60C1-6C8D-F7E0DD81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5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D1804-2C37-BBA5-B185-92758542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B1909-DBBE-8EB2-65AD-FA4790EAB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742F6F-3F09-63FF-AD34-6EE1B0620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C92706-2978-FCD4-E1C0-9675E4A66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20BCCF-B985-298D-D59A-2FCBC7FBF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CCE320-0A5B-0B3C-27FC-F53EC3A1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B5D22B-A6B8-D891-4F63-25ED46B6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B64E6D-5DD9-6C7A-7F8F-43C3DC20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1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7C51F-917C-7629-9927-F9E66BC3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7AF9FB-9991-ADF5-7401-E59ABA6C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E80E49-468B-656E-F161-4BE656BA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52EDF4-59DC-215D-8668-400EE02A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10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CF4FB7-B369-38AE-283D-B9523975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39CF07-B866-E291-466D-504E72AD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8608D2-B2F1-4DFC-38CE-21B741A1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2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9B767-0C77-8814-8CE5-81733EAD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D562E-80D1-90BF-2B0F-9BC435C11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D06004-E585-9E07-D907-BCF5682B7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A4C67-BC93-9A1E-5FDF-AC90DDD6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A38E47-DBD6-5ADE-333B-25D9C8E6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C98D28-9479-57E6-57D4-A9AA8EBF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5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1C807-45DB-AAAE-81BF-8C1D5B64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4BA029D-68E9-1161-DCAC-674BA9E70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2025F7-2132-B72F-2992-0EA1CB770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55109D-2575-738F-5253-5D673750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7939DD-9DCA-EB4F-EF2D-3A49039B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B0881E-516C-0927-8A0B-E25B7EF6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49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7520C-E8B1-EC7B-0D3C-3942FED5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827382-6913-2613-9E6E-29C37210A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ACC0AC-588F-8CF3-62F2-C407041C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C608FD-8D34-458A-6512-A0B7A71E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D28B9A-ECFE-5795-0833-9E2D1EF3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32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6E1046-95BA-3A1F-4AFD-9AB3565DA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E0ABBB-32CA-D2A4-7DEF-CF0AB865F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35A301-411A-509F-FBD0-8DD020EE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09A26D-E1FA-D50D-BC6B-C8DF216D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3AF87-8BAD-8C66-E03F-64DA527B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70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923C35-A959-2C9E-E58D-224B3B3C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753EA8-02EE-1FAC-1B69-C0BC319D1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A11D8-2692-9975-612D-04BECB3CE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5495E-04B1-4F23-A429-41EB111B8057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7CB31-0D7B-8FAD-5146-C20F6FFA4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927E3F-EBED-D05C-0ADE-81570191C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514D0-DA7B-43F0-8F30-ABDD7B7E3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31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EC79929-C45C-4201-3F8C-BA4BFF7988CF}"/>
              </a:ext>
            </a:extLst>
          </p:cNvPr>
          <p:cNvSpPr/>
          <p:nvPr/>
        </p:nvSpPr>
        <p:spPr>
          <a:xfrm>
            <a:off x="2910342" y="1052050"/>
            <a:ext cx="2546557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89CF5B-D506-9A47-A63A-93E062358F22}"/>
              </a:ext>
            </a:extLst>
          </p:cNvPr>
          <p:cNvSpPr txBox="1"/>
          <p:nvPr/>
        </p:nvSpPr>
        <p:spPr>
          <a:xfrm>
            <a:off x="3028329" y="1160205"/>
            <a:ext cx="233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Redis</a:t>
            </a:r>
            <a:r>
              <a:rPr lang="ko-KR" altLang="en-US" dirty="0"/>
              <a:t> 추천 </a:t>
            </a:r>
            <a:r>
              <a:rPr lang="en-US" altLang="ko-KR" dirty="0"/>
              <a:t>Cache </a:t>
            </a:r>
            <a:r>
              <a:rPr lang="ko-KR" altLang="en-US" dirty="0"/>
              <a:t>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73EB6C0-A6E9-E4D3-CF29-1861189D59E0}"/>
              </a:ext>
            </a:extLst>
          </p:cNvPr>
          <p:cNvSpPr/>
          <p:nvPr/>
        </p:nvSpPr>
        <p:spPr>
          <a:xfrm>
            <a:off x="275304" y="2025135"/>
            <a:ext cx="1956619" cy="4724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D1A2B7-AF71-5260-9675-59EFDCBB9E52}"/>
              </a:ext>
            </a:extLst>
          </p:cNvPr>
          <p:cNvSpPr txBox="1"/>
          <p:nvPr/>
        </p:nvSpPr>
        <p:spPr>
          <a:xfrm>
            <a:off x="373627" y="2133291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AWS</a:t>
            </a:r>
            <a:r>
              <a:rPr lang="ko-KR" altLang="en-US" dirty="0"/>
              <a:t> 상태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6CBDBD-1698-F17B-7722-B6A80BB9B54E}"/>
              </a:ext>
            </a:extLst>
          </p:cNvPr>
          <p:cNvSpPr/>
          <p:nvPr/>
        </p:nvSpPr>
        <p:spPr>
          <a:xfrm>
            <a:off x="2642413" y="1995944"/>
            <a:ext cx="2799743" cy="2941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99B49B-F7C4-0844-935F-27D6E18AFA5E}"/>
              </a:ext>
            </a:extLst>
          </p:cNvPr>
          <p:cNvSpPr txBox="1"/>
          <p:nvPr/>
        </p:nvSpPr>
        <p:spPr>
          <a:xfrm>
            <a:off x="3153693" y="2104100"/>
            <a:ext cx="1919168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GCP</a:t>
            </a:r>
            <a:r>
              <a:rPr lang="ko-KR" altLang="en-US" dirty="0"/>
              <a:t> 상태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E3C280-B582-35D9-899F-DD4D7D6C6404}"/>
              </a:ext>
            </a:extLst>
          </p:cNvPr>
          <p:cNvSpPr/>
          <p:nvPr/>
        </p:nvSpPr>
        <p:spPr>
          <a:xfrm>
            <a:off x="2743201" y="5137351"/>
            <a:ext cx="2615375" cy="1592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878616-33DF-DFC7-869C-07CAF3CFB2EF}"/>
              </a:ext>
            </a:extLst>
          </p:cNvPr>
          <p:cNvSpPr txBox="1"/>
          <p:nvPr/>
        </p:nvSpPr>
        <p:spPr>
          <a:xfrm>
            <a:off x="2708788" y="5262401"/>
            <a:ext cx="230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Bucket </a:t>
            </a:r>
            <a:r>
              <a:rPr lang="ko-KR" altLang="en-US" dirty="0"/>
              <a:t>파일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DDDDC39-7BBC-1D94-79BC-72F8467F9330}"/>
              </a:ext>
            </a:extLst>
          </p:cNvPr>
          <p:cNvSpPr/>
          <p:nvPr/>
        </p:nvSpPr>
        <p:spPr>
          <a:xfrm>
            <a:off x="5761696" y="1932660"/>
            <a:ext cx="2541643" cy="28577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212D90-5C2A-DDAB-F759-B7A7405434F3}"/>
              </a:ext>
            </a:extLst>
          </p:cNvPr>
          <p:cNvSpPr txBox="1"/>
          <p:nvPr/>
        </p:nvSpPr>
        <p:spPr>
          <a:xfrm>
            <a:off x="6037000" y="2040816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오늘 적재 건수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3C8749B-D39B-F373-8C27-CC2B72514D50}"/>
              </a:ext>
            </a:extLst>
          </p:cNvPr>
          <p:cNvSpPr/>
          <p:nvPr/>
        </p:nvSpPr>
        <p:spPr>
          <a:xfrm>
            <a:off x="9163672" y="1042218"/>
            <a:ext cx="2290912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3E681A-0187-8DB4-20C8-A47C34B46EC3}"/>
              </a:ext>
            </a:extLst>
          </p:cNvPr>
          <p:cNvSpPr txBox="1"/>
          <p:nvPr/>
        </p:nvSpPr>
        <p:spPr>
          <a:xfrm>
            <a:off x="9163671" y="1150373"/>
            <a:ext cx="2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고객 데이터 적재량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2C090FB-67AB-A2C9-71DB-26837968E838}"/>
              </a:ext>
            </a:extLst>
          </p:cNvPr>
          <p:cNvSpPr/>
          <p:nvPr/>
        </p:nvSpPr>
        <p:spPr>
          <a:xfrm>
            <a:off x="8662213" y="1932660"/>
            <a:ext cx="3156159" cy="2941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682A0E-6BD3-2A26-4D30-7183535E4073}"/>
              </a:ext>
            </a:extLst>
          </p:cNvPr>
          <p:cNvSpPr txBox="1"/>
          <p:nvPr/>
        </p:nvSpPr>
        <p:spPr>
          <a:xfrm>
            <a:off x="9045676" y="2133291"/>
            <a:ext cx="24089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플랫폼 </a:t>
            </a:r>
            <a:r>
              <a:rPr lang="ko-KR" altLang="en-US" dirty="0" err="1"/>
              <a:t>가입률</a:t>
            </a:r>
            <a:r>
              <a:rPr lang="en-US" altLang="ko-KR" dirty="0"/>
              <a:t>(</a:t>
            </a:r>
            <a:r>
              <a:rPr lang="ko-KR" altLang="en-US" dirty="0"/>
              <a:t>전체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20</a:t>
            </a:r>
            <a:r>
              <a:rPr lang="ko-KR" altLang="en-US" dirty="0"/>
              <a:t>대   </a:t>
            </a:r>
            <a:r>
              <a:rPr lang="ko-KR" altLang="en-US" dirty="0" err="1"/>
              <a:t>가입률</a:t>
            </a:r>
            <a:endParaRPr lang="en-US" altLang="ko-KR" dirty="0"/>
          </a:p>
          <a:p>
            <a:r>
              <a:rPr lang="en-US" altLang="ko-KR" dirty="0"/>
              <a:t>30</a:t>
            </a:r>
            <a:r>
              <a:rPr lang="ko-KR" altLang="en-US" dirty="0"/>
              <a:t>대   </a:t>
            </a:r>
            <a:r>
              <a:rPr lang="ko-KR" altLang="en-US" dirty="0" err="1"/>
              <a:t>가입률</a:t>
            </a:r>
            <a:endParaRPr lang="en-US" altLang="ko-KR" dirty="0"/>
          </a:p>
          <a:p>
            <a:r>
              <a:rPr lang="en-US" altLang="ko-KR" dirty="0"/>
              <a:t>40</a:t>
            </a:r>
            <a:r>
              <a:rPr lang="ko-KR" altLang="en-US" dirty="0"/>
              <a:t>대   </a:t>
            </a:r>
            <a:r>
              <a:rPr lang="ko-KR" altLang="en-US" dirty="0" err="1"/>
              <a:t>가입률</a:t>
            </a:r>
            <a:endParaRPr lang="en-US" altLang="ko-KR" dirty="0"/>
          </a:p>
          <a:p>
            <a:r>
              <a:rPr lang="en-US" altLang="ko-KR" dirty="0"/>
              <a:t>50</a:t>
            </a:r>
            <a:r>
              <a:rPr lang="ko-KR" altLang="en-US" dirty="0"/>
              <a:t>대   </a:t>
            </a:r>
            <a:r>
              <a:rPr lang="ko-KR" altLang="en-US" dirty="0" err="1"/>
              <a:t>가입률</a:t>
            </a:r>
            <a:endParaRPr lang="en-US" altLang="ko-KR" dirty="0"/>
          </a:p>
          <a:p>
            <a:r>
              <a:rPr lang="en-US" altLang="ko-KR" dirty="0"/>
              <a:t>60</a:t>
            </a:r>
            <a:r>
              <a:rPr lang="ko-KR" altLang="en-US" dirty="0"/>
              <a:t>대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ko-KR" altLang="en-US" dirty="0" err="1"/>
              <a:t>가입률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B595C65-12D4-4BB4-49F2-B941D5264ABE}"/>
              </a:ext>
            </a:extLst>
          </p:cNvPr>
          <p:cNvSpPr/>
          <p:nvPr/>
        </p:nvSpPr>
        <p:spPr>
          <a:xfrm>
            <a:off x="3111910" y="19664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DF6C76-5138-E468-DBDB-A86DC201C03B}"/>
              </a:ext>
            </a:extLst>
          </p:cNvPr>
          <p:cNvSpPr txBox="1"/>
          <p:nvPr/>
        </p:nvSpPr>
        <p:spPr>
          <a:xfrm>
            <a:off x="3210233" y="127819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추천 이력 수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065ECB1-5F99-3EAE-5D44-449B179B7E05}"/>
              </a:ext>
            </a:extLst>
          </p:cNvPr>
          <p:cNvSpPr/>
          <p:nvPr/>
        </p:nvSpPr>
        <p:spPr>
          <a:xfrm>
            <a:off x="0" y="0"/>
            <a:ext cx="2743202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98005D-5DA0-A7A5-D821-ED21FB0FF09F}"/>
              </a:ext>
            </a:extLst>
          </p:cNvPr>
          <p:cNvSpPr txBox="1"/>
          <p:nvPr/>
        </p:nvSpPr>
        <p:spPr>
          <a:xfrm>
            <a:off x="137850" y="108155"/>
            <a:ext cx="2467502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총 고객 수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8F5EB-26EB-FF48-EA10-ED211DE00245}"/>
              </a:ext>
            </a:extLst>
          </p:cNvPr>
          <p:cNvSpPr/>
          <p:nvPr/>
        </p:nvSpPr>
        <p:spPr>
          <a:xfrm>
            <a:off x="5442156" y="0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BF82BC-A5E0-0C95-9537-C9D498A844D7}"/>
              </a:ext>
            </a:extLst>
          </p:cNvPr>
          <p:cNvSpPr txBox="1"/>
          <p:nvPr/>
        </p:nvSpPr>
        <p:spPr>
          <a:xfrm>
            <a:off x="5565057" y="108154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행동 로그 수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6EF26C3-9513-AAED-FAA7-648F53A4E737}"/>
              </a:ext>
            </a:extLst>
          </p:cNvPr>
          <p:cNvSpPr/>
          <p:nvPr/>
        </p:nvSpPr>
        <p:spPr>
          <a:xfrm>
            <a:off x="373626" y="1005349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1DEAFD-7849-0D9A-402E-ECE9DE1CAB89}"/>
              </a:ext>
            </a:extLst>
          </p:cNvPr>
          <p:cNvSpPr txBox="1"/>
          <p:nvPr/>
        </p:nvSpPr>
        <p:spPr>
          <a:xfrm>
            <a:off x="471949" y="1113504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추천 상태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FA09709-8D8A-4246-5032-31233EA0ED2B}"/>
              </a:ext>
            </a:extLst>
          </p:cNvPr>
          <p:cNvSpPr/>
          <p:nvPr/>
        </p:nvSpPr>
        <p:spPr>
          <a:xfrm>
            <a:off x="6346721" y="1052050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E413F82-5259-C56F-F8F2-D8C7021766FF}"/>
              </a:ext>
            </a:extLst>
          </p:cNvPr>
          <p:cNvSpPr txBox="1"/>
          <p:nvPr/>
        </p:nvSpPr>
        <p:spPr>
          <a:xfrm>
            <a:off x="6430298" y="1150373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웨어러블 건수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6409EFB-B501-D278-548B-D5995BA1E74F}"/>
              </a:ext>
            </a:extLst>
          </p:cNvPr>
          <p:cNvSpPr/>
          <p:nvPr/>
        </p:nvSpPr>
        <p:spPr>
          <a:xfrm>
            <a:off x="10023986" y="19664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A9BD04-9261-616C-3857-6B0FF75B57A9}"/>
              </a:ext>
            </a:extLst>
          </p:cNvPr>
          <p:cNvSpPr txBox="1"/>
          <p:nvPr/>
        </p:nvSpPr>
        <p:spPr>
          <a:xfrm>
            <a:off x="10122309" y="127819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구매 </a:t>
            </a:r>
            <a:r>
              <a:rPr lang="ko-KR" altLang="en-US" dirty="0" err="1"/>
              <a:t>전환률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0555CFC-F86C-5B6F-8571-0E769FA2E949}"/>
              </a:ext>
            </a:extLst>
          </p:cNvPr>
          <p:cNvSpPr/>
          <p:nvPr/>
        </p:nvSpPr>
        <p:spPr>
          <a:xfrm>
            <a:off x="7772395" y="-9833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B2BAFF-EF9B-F006-3970-7F2143BD5FC4}"/>
              </a:ext>
            </a:extLst>
          </p:cNvPr>
          <p:cNvSpPr txBox="1"/>
          <p:nvPr/>
        </p:nvSpPr>
        <p:spPr>
          <a:xfrm>
            <a:off x="7895296" y="98321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추천 </a:t>
            </a:r>
            <a:r>
              <a:rPr lang="en-US" altLang="ko-KR" dirty="0"/>
              <a:t>CTR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A087A3F-012C-0C2D-A951-381A3A2CD6B7}"/>
              </a:ext>
            </a:extLst>
          </p:cNvPr>
          <p:cNvSpPr/>
          <p:nvPr/>
        </p:nvSpPr>
        <p:spPr>
          <a:xfrm>
            <a:off x="5919021" y="5137351"/>
            <a:ext cx="5083274" cy="1592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AF98BAC-B111-F7D3-BC07-66F09B6E1596}"/>
              </a:ext>
            </a:extLst>
          </p:cNvPr>
          <p:cNvSpPr txBox="1"/>
          <p:nvPr/>
        </p:nvSpPr>
        <p:spPr>
          <a:xfrm>
            <a:off x="7526593" y="5168991"/>
            <a:ext cx="195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최근 업로드 파일</a:t>
            </a:r>
          </a:p>
        </p:txBody>
      </p:sp>
    </p:spTree>
    <p:extLst>
      <p:ext uri="{BB962C8B-B14F-4D97-AF65-F5344CB8AC3E}">
        <p14:creationId xmlns:p14="http://schemas.microsoft.com/office/powerpoint/2010/main" val="68540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8A38-3AE2-67F0-238C-403D70849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58AC1278-BA11-7252-EA7B-0780518F00DB}"/>
              </a:ext>
            </a:extLst>
          </p:cNvPr>
          <p:cNvSpPr/>
          <p:nvPr/>
        </p:nvSpPr>
        <p:spPr>
          <a:xfrm>
            <a:off x="206576" y="737421"/>
            <a:ext cx="11778847" cy="60222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59EE28-A7F5-C7FA-6FB3-9130DA5BC5B8}"/>
              </a:ext>
            </a:extLst>
          </p:cNvPr>
          <p:cNvSpPr/>
          <p:nvPr/>
        </p:nvSpPr>
        <p:spPr>
          <a:xfrm>
            <a:off x="599774" y="3775583"/>
            <a:ext cx="2999015" cy="28120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710FBF-6A76-4843-27B4-594F295F95D8}"/>
              </a:ext>
            </a:extLst>
          </p:cNvPr>
          <p:cNvSpPr txBox="1"/>
          <p:nvPr/>
        </p:nvSpPr>
        <p:spPr>
          <a:xfrm>
            <a:off x="658767" y="3844417"/>
            <a:ext cx="233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최근 클릭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B0E3018-8D56-8764-8B93-BE03F4125E96}"/>
              </a:ext>
            </a:extLst>
          </p:cNvPr>
          <p:cNvSpPr/>
          <p:nvPr/>
        </p:nvSpPr>
        <p:spPr>
          <a:xfrm>
            <a:off x="4198285" y="3787878"/>
            <a:ext cx="3146411" cy="27997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4B9066-C058-4C2E-FCAB-AE7E5359C119}"/>
              </a:ext>
            </a:extLst>
          </p:cNvPr>
          <p:cNvSpPr txBox="1"/>
          <p:nvPr/>
        </p:nvSpPr>
        <p:spPr>
          <a:xfrm>
            <a:off x="4198285" y="3896034"/>
            <a:ext cx="301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교차판매 추천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777F4B1-C4A0-6881-C489-B95C53DE7E48}"/>
              </a:ext>
            </a:extLst>
          </p:cNvPr>
          <p:cNvSpPr/>
          <p:nvPr/>
        </p:nvSpPr>
        <p:spPr>
          <a:xfrm>
            <a:off x="10047337" y="4915"/>
            <a:ext cx="215998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0B66A5-0803-9635-C8AA-57180AD52947}"/>
              </a:ext>
            </a:extLst>
          </p:cNvPr>
          <p:cNvSpPr txBox="1"/>
          <p:nvPr/>
        </p:nvSpPr>
        <p:spPr>
          <a:xfrm>
            <a:off x="10111246" y="108154"/>
            <a:ext cx="1942905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고객 등급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DB422F1-77A1-7E74-F469-45F1834712B6}"/>
              </a:ext>
            </a:extLst>
          </p:cNvPr>
          <p:cNvSpPr/>
          <p:nvPr/>
        </p:nvSpPr>
        <p:spPr>
          <a:xfrm>
            <a:off x="-1" y="0"/>
            <a:ext cx="5476568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D4AE46-1226-7896-AD79-8F426C06E068}"/>
              </a:ext>
            </a:extLst>
          </p:cNvPr>
          <p:cNvSpPr txBox="1"/>
          <p:nvPr/>
        </p:nvSpPr>
        <p:spPr>
          <a:xfrm>
            <a:off x="137849" y="108155"/>
            <a:ext cx="446234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고객 검색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1F26D4F-9D19-1E43-5CD1-232F5C849B3A}"/>
              </a:ext>
            </a:extLst>
          </p:cNvPr>
          <p:cNvSpPr/>
          <p:nvPr/>
        </p:nvSpPr>
        <p:spPr>
          <a:xfrm>
            <a:off x="5742039" y="0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FBD9DC-A73F-4393-5FAC-E5B7B12E3A67}"/>
              </a:ext>
            </a:extLst>
          </p:cNvPr>
          <p:cNvSpPr txBox="1"/>
          <p:nvPr/>
        </p:nvSpPr>
        <p:spPr>
          <a:xfrm>
            <a:off x="5864940" y="108154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추천 점수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5D525C6-1E12-75B3-C572-74797DC7B1B4}"/>
              </a:ext>
            </a:extLst>
          </p:cNvPr>
          <p:cNvSpPr/>
          <p:nvPr/>
        </p:nvSpPr>
        <p:spPr>
          <a:xfrm>
            <a:off x="560444" y="1005348"/>
            <a:ext cx="3038345" cy="26325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0BEE03-BF07-D041-F335-1B8034FA0DD2}"/>
              </a:ext>
            </a:extLst>
          </p:cNvPr>
          <p:cNvSpPr txBox="1"/>
          <p:nvPr/>
        </p:nvSpPr>
        <p:spPr>
          <a:xfrm>
            <a:off x="658767" y="1113504"/>
            <a:ext cx="273298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최근 추천 이력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21E670F-8830-95EC-6F99-1990EF3D0FE6}"/>
              </a:ext>
            </a:extLst>
          </p:cNvPr>
          <p:cNvSpPr/>
          <p:nvPr/>
        </p:nvSpPr>
        <p:spPr>
          <a:xfrm>
            <a:off x="4139381" y="1005348"/>
            <a:ext cx="3205316" cy="26325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EDA8BF-0E41-3009-3ED4-ABD30F586E5D}"/>
              </a:ext>
            </a:extLst>
          </p:cNvPr>
          <p:cNvSpPr txBox="1"/>
          <p:nvPr/>
        </p:nvSpPr>
        <p:spPr>
          <a:xfrm>
            <a:off x="4237704" y="1113503"/>
            <a:ext cx="28831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최근 가입 상품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6AF9779-60A6-0BA4-86AC-E1056E79CE2B}"/>
              </a:ext>
            </a:extLst>
          </p:cNvPr>
          <p:cNvSpPr/>
          <p:nvPr/>
        </p:nvSpPr>
        <p:spPr>
          <a:xfrm>
            <a:off x="7978876" y="1005347"/>
            <a:ext cx="3839498" cy="25342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ABD3A4-6731-62BD-50AC-6ABB4353A003}"/>
              </a:ext>
            </a:extLst>
          </p:cNvPr>
          <p:cNvSpPr txBox="1"/>
          <p:nvPr/>
        </p:nvSpPr>
        <p:spPr>
          <a:xfrm>
            <a:off x="8087031" y="1113503"/>
            <a:ext cx="3446202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추천 상품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00FD9B5-0F44-7655-2421-E53DBC420844}"/>
              </a:ext>
            </a:extLst>
          </p:cNvPr>
          <p:cNvSpPr/>
          <p:nvPr/>
        </p:nvSpPr>
        <p:spPr>
          <a:xfrm>
            <a:off x="7964130" y="-9833"/>
            <a:ext cx="1956619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49F3C5-3A97-AF94-EF60-32117FEA30E9}"/>
              </a:ext>
            </a:extLst>
          </p:cNvPr>
          <p:cNvSpPr txBox="1"/>
          <p:nvPr/>
        </p:nvSpPr>
        <p:spPr>
          <a:xfrm>
            <a:off x="8087031" y="98321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건강 점수</a:t>
            </a:r>
          </a:p>
        </p:txBody>
      </p:sp>
    </p:spTree>
    <p:extLst>
      <p:ext uri="{BB962C8B-B14F-4D97-AF65-F5344CB8AC3E}">
        <p14:creationId xmlns:p14="http://schemas.microsoft.com/office/powerpoint/2010/main" val="142726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6AD3-3806-7CD1-66C5-4ABCA37F4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F82714F6-0F47-515C-9BC2-99F5EDE35683}"/>
              </a:ext>
            </a:extLst>
          </p:cNvPr>
          <p:cNvSpPr/>
          <p:nvPr/>
        </p:nvSpPr>
        <p:spPr>
          <a:xfrm>
            <a:off x="9163671" y="108154"/>
            <a:ext cx="2753025" cy="34609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80DB89-5AF3-B0C5-AA32-446E7ACF11BD}"/>
              </a:ext>
            </a:extLst>
          </p:cNvPr>
          <p:cNvSpPr txBox="1"/>
          <p:nvPr/>
        </p:nvSpPr>
        <p:spPr>
          <a:xfrm>
            <a:off x="9163671" y="216309"/>
            <a:ext cx="2192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등급별 추천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104E801-F74E-39D6-08C7-7E93D99CBD75}"/>
              </a:ext>
            </a:extLst>
          </p:cNvPr>
          <p:cNvSpPr/>
          <p:nvPr/>
        </p:nvSpPr>
        <p:spPr>
          <a:xfrm>
            <a:off x="0" y="3669890"/>
            <a:ext cx="2743202" cy="31881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10E314-F217-1591-61B1-9DD7FD27EA4F}"/>
              </a:ext>
            </a:extLst>
          </p:cNvPr>
          <p:cNvSpPr txBox="1"/>
          <p:nvPr/>
        </p:nvSpPr>
        <p:spPr>
          <a:xfrm>
            <a:off x="98322" y="3778046"/>
            <a:ext cx="2467503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구매 </a:t>
            </a:r>
            <a:r>
              <a:rPr lang="ko-KR" altLang="en-US" dirty="0" err="1"/>
              <a:t>전환율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1D773E0-FF2C-7605-271F-C82C57BF1B6E}"/>
              </a:ext>
            </a:extLst>
          </p:cNvPr>
          <p:cNvSpPr/>
          <p:nvPr/>
        </p:nvSpPr>
        <p:spPr>
          <a:xfrm>
            <a:off x="0" y="0"/>
            <a:ext cx="2743202" cy="3429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06F7C5-C71D-5925-F5AE-3F5D8D8CE10A}"/>
              </a:ext>
            </a:extLst>
          </p:cNvPr>
          <p:cNvSpPr txBox="1"/>
          <p:nvPr/>
        </p:nvSpPr>
        <p:spPr>
          <a:xfrm>
            <a:off x="137850" y="108155"/>
            <a:ext cx="2467502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추천 </a:t>
            </a:r>
            <a:r>
              <a:rPr lang="en-US" altLang="ko-KR" dirty="0"/>
              <a:t>CTR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140B7F-D3F1-AF79-8EA4-ADD4C8B36A1F}"/>
              </a:ext>
            </a:extLst>
          </p:cNvPr>
          <p:cNvSpPr/>
          <p:nvPr/>
        </p:nvSpPr>
        <p:spPr>
          <a:xfrm>
            <a:off x="2902975" y="0"/>
            <a:ext cx="2868560" cy="3569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5AAB28-F007-539C-8F6F-AAF549A1FB25}"/>
              </a:ext>
            </a:extLst>
          </p:cNvPr>
          <p:cNvSpPr txBox="1"/>
          <p:nvPr/>
        </p:nvSpPr>
        <p:spPr>
          <a:xfrm>
            <a:off x="3025876" y="108154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상품 </a:t>
            </a:r>
            <a:r>
              <a:rPr lang="en-US" altLang="ko-KR" dirty="0"/>
              <a:t>TOP 10</a:t>
            </a:r>
            <a:endParaRPr lang="ko-KR" altLang="en-US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1E3C6EA-0B6F-1B3D-DCC9-31BD76F589E0}"/>
              </a:ext>
            </a:extLst>
          </p:cNvPr>
          <p:cNvSpPr/>
          <p:nvPr/>
        </p:nvSpPr>
        <p:spPr>
          <a:xfrm>
            <a:off x="5931308" y="3714445"/>
            <a:ext cx="2868560" cy="30157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EE584E-6E90-2158-4374-F8A802BAA9CD}"/>
              </a:ext>
            </a:extLst>
          </p:cNvPr>
          <p:cNvSpPr txBox="1"/>
          <p:nvPr/>
        </p:nvSpPr>
        <p:spPr>
          <a:xfrm>
            <a:off x="6029630" y="4118643"/>
            <a:ext cx="213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연령별 모델 비율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7468529-84D0-8F7C-5BE6-490210A71DEA}"/>
              </a:ext>
            </a:extLst>
          </p:cNvPr>
          <p:cNvSpPr/>
          <p:nvPr/>
        </p:nvSpPr>
        <p:spPr>
          <a:xfrm>
            <a:off x="9163671" y="3689556"/>
            <a:ext cx="2753025" cy="30157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D233C1-1BCD-26BA-EC16-BD678DA5E9FB}"/>
              </a:ext>
            </a:extLst>
          </p:cNvPr>
          <p:cNvSpPr txBox="1"/>
          <p:nvPr/>
        </p:nvSpPr>
        <p:spPr>
          <a:xfrm>
            <a:off x="9420702" y="3778046"/>
            <a:ext cx="2476339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추천 </a:t>
            </a:r>
            <a:r>
              <a:rPr lang="en-US" altLang="ko-KR" dirty="0"/>
              <a:t>Trend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0D8778-B3EB-8EE3-2DEE-BE160190FC84}"/>
              </a:ext>
            </a:extLst>
          </p:cNvPr>
          <p:cNvSpPr/>
          <p:nvPr/>
        </p:nvSpPr>
        <p:spPr>
          <a:xfrm>
            <a:off x="2902975" y="3714446"/>
            <a:ext cx="2868560" cy="30353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2E2DB-93D4-ACFE-D7B6-BBE3526BF0FE}"/>
              </a:ext>
            </a:extLst>
          </p:cNvPr>
          <p:cNvSpPr txBox="1"/>
          <p:nvPr/>
        </p:nvSpPr>
        <p:spPr>
          <a:xfrm>
            <a:off x="3276594" y="3822601"/>
            <a:ext cx="19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추천 정확도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EE94AB-4A34-96D7-C96C-CD571393AB88}"/>
              </a:ext>
            </a:extLst>
          </p:cNvPr>
          <p:cNvSpPr/>
          <p:nvPr/>
        </p:nvSpPr>
        <p:spPr>
          <a:xfrm>
            <a:off x="5931308" y="19664"/>
            <a:ext cx="2868560" cy="3549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5BF95-564D-1210-1826-94F39DB0C046}"/>
              </a:ext>
            </a:extLst>
          </p:cNvPr>
          <p:cNvSpPr txBox="1"/>
          <p:nvPr/>
        </p:nvSpPr>
        <p:spPr>
          <a:xfrm>
            <a:off x="6304929" y="127819"/>
            <a:ext cx="19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카테고리별 추천</a:t>
            </a:r>
          </a:p>
        </p:txBody>
      </p:sp>
    </p:spTree>
    <p:extLst>
      <p:ext uri="{BB962C8B-B14F-4D97-AF65-F5344CB8AC3E}">
        <p14:creationId xmlns:p14="http://schemas.microsoft.com/office/powerpoint/2010/main" val="377036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F611-19F4-7139-2AAF-40F87F69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19E60F-DABB-B229-5197-53B2817933CC}"/>
              </a:ext>
            </a:extLst>
          </p:cNvPr>
          <p:cNvSpPr/>
          <p:nvPr/>
        </p:nvSpPr>
        <p:spPr>
          <a:xfrm>
            <a:off x="275304" y="727586"/>
            <a:ext cx="3146322" cy="59386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C90FEDD-407D-BC4D-2211-5FEB145222C0}"/>
              </a:ext>
            </a:extLst>
          </p:cNvPr>
          <p:cNvSpPr/>
          <p:nvPr/>
        </p:nvSpPr>
        <p:spPr>
          <a:xfrm>
            <a:off x="4023849" y="4902313"/>
            <a:ext cx="7794524" cy="17639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BA2B92B-E148-C135-9D43-CDB8A9DF9250}"/>
              </a:ext>
            </a:extLst>
          </p:cNvPr>
          <p:cNvSpPr/>
          <p:nvPr/>
        </p:nvSpPr>
        <p:spPr>
          <a:xfrm>
            <a:off x="0" y="0"/>
            <a:ext cx="12054150" cy="6194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BE4A0C-9F1E-37DA-0E21-815A0D3F7985}"/>
              </a:ext>
            </a:extLst>
          </p:cNvPr>
          <p:cNvSpPr txBox="1"/>
          <p:nvPr/>
        </p:nvSpPr>
        <p:spPr>
          <a:xfrm>
            <a:off x="137850" y="108155"/>
            <a:ext cx="162212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TGW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CC10B4E-9524-5904-0195-61CEB2C4C7F5}"/>
              </a:ext>
            </a:extLst>
          </p:cNvPr>
          <p:cNvSpPr/>
          <p:nvPr/>
        </p:nvSpPr>
        <p:spPr>
          <a:xfrm>
            <a:off x="373625" y="3358478"/>
            <a:ext cx="2894667" cy="31132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69A3D-CDB7-457E-DCCA-2F7FF0DDB13C}"/>
              </a:ext>
            </a:extLst>
          </p:cNvPr>
          <p:cNvSpPr txBox="1"/>
          <p:nvPr/>
        </p:nvSpPr>
        <p:spPr>
          <a:xfrm>
            <a:off x="5324365" y="113380"/>
            <a:ext cx="162212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VPN Tunnel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FCF32-A3FD-A066-542C-976ACC3C325F}"/>
              </a:ext>
            </a:extLst>
          </p:cNvPr>
          <p:cNvSpPr txBox="1"/>
          <p:nvPr/>
        </p:nvSpPr>
        <p:spPr>
          <a:xfrm>
            <a:off x="3566846" y="100935"/>
            <a:ext cx="162212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S2S VPN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9EDDD-7A12-ACFA-E76B-0E60D3C12B3D}"/>
              </a:ext>
            </a:extLst>
          </p:cNvPr>
          <p:cNvSpPr txBox="1"/>
          <p:nvPr/>
        </p:nvSpPr>
        <p:spPr>
          <a:xfrm>
            <a:off x="7256305" y="93561"/>
            <a:ext cx="162212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VPC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9A8F44-094B-10F4-939D-BBD7A88CA814}"/>
              </a:ext>
            </a:extLst>
          </p:cNvPr>
          <p:cNvSpPr txBox="1"/>
          <p:nvPr/>
        </p:nvSpPr>
        <p:spPr>
          <a:xfrm>
            <a:off x="9832460" y="93561"/>
            <a:ext cx="162212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Traffic</a:t>
            </a:r>
            <a:r>
              <a:rPr lang="ko-KR" altLang="en-US" dirty="0"/>
              <a:t>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B424A0-6F7F-3DBF-673A-414D5E8CF7B7}"/>
              </a:ext>
            </a:extLst>
          </p:cNvPr>
          <p:cNvSpPr txBox="1"/>
          <p:nvPr/>
        </p:nvSpPr>
        <p:spPr>
          <a:xfrm>
            <a:off x="1680390" y="93561"/>
            <a:ext cx="162212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Routing </a:t>
            </a:r>
            <a:r>
              <a:rPr lang="ko-KR" altLang="en-US" dirty="0"/>
              <a:t>상태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1BC13E-786C-4047-3061-CCEDAEEB451F}"/>
              </a:ext>
            </a:extLst>
          </p:cNvPr>
          <p:cNvSpPr txBox="1"/>
          <p:nvPr/>
        </p:nvSpPr>
        <p:spPr>
          <a:xfrm>
            <a:off x="373627" y="835742"/>
            <a:ext cx="2733360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통합고객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5FB044-7C91-438E-017F-249DDAA8A4FB}"/>
              </a:ext>
            </a:extLst>
          </p:cNvPr>
          <p:cNvSpPr/>
          <p:nvPr/>
        </p:nvSpPr>
        <p:spPr>
          <a:xfrm>
            <a:off x="4023849" y="705462"/>
            <a:ext cx="7794524" cy="4004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2543D-CB3E-AE94-F02A-3D44D4A6EC04}"/>
              </a:ext>
            </a:extLst>
          </p:cNvPr>
          <p:cNvSpPr txBox="1"/>
          <p:nvPr/>
        </p:nvSpPr>
        <p:spPr>
          <a:xfrm>
            <a:off x="4023849" y="726215"/>
            <a:ext cx="1759974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AWS</a:t>
            </a:r>
            <a:r>
              <a:rPr lang="ko-KR" altLang="en-US" dirty="0"/>
              <a:t> 상태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C63B4-BE6D-438F-93B6-97F5BE063209}"/>
              </a:ext>
            </a:extLst>
          </p:cNvPr>
          <p:cNvSpPr txBox="1"/>
          <p:nvPr/>
        </p:nvSpPr>
        <p:spPr>
          <a:xfrm>
            <a:off x="363798" y="1945558"/>
            <a:ext cx="2733360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Token </a:t>
            </a:r>
            <a:r>
              <a:rPr lang="ko-KR" altLang="en-US" dirty="0"/>
              <a:t>서버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E87DD-2725-5AED-8394-DED4C579F97E}"/>
              </a:ext>
            </a:extLst>
          </p:cNvPr>
          <p:cNvSpPr txBox="1"/>
          <p:nvPr/>
        </p:nvSpPr>
        <p:spPr>
          <a:xfrm>
            <a:off x="275303" y="3429000"/>
            <a:ext cx="2910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API </a:t>
            </a:r>
            <a:r>
              <a:rPr lang="ko-KR" altLang="en-US" dirty="0"/>
              <a:t>서버 상태</a:t>
            </a:r>
            <a:endParaRPr lang="en-US" altLang="ko-KR" dirty="0"/>
          </a:p>
          <a:p>
            <a:pPr algn="ctr"/>
            <a:r>
              <a:rPr lang="ko-KR" altLang="en-US" dirty="0" err="1"/>
              <a:t>회원가입및</a:t>
            </a:r>
            <a:r>
              <a:rPr lang="ko-KR" altLang="en-US" dirty="0"/>
              <a:t> 고객정보 조회</a:t>
            </a:r>
            <a:endParaRPr lang="en-US" altLang="ko-KR" dirty="0"/>
          </a:p>
          <a:p>
            <a:pPr algn="ctr"/>
            <a:r>
              <a:rPr lang="ko-KR" altLang="en-US" dirty="0"/>
              <a:t>동의고객 데이터 적재</a:t>
            </a:r>
            <a:endParaRPr lang="en-US" altLang="ko-KR" dirty="0"/>
          </a:p>
          <a:p>
            <a:pPr algn="ctr"/>
            <a:r>
              <a:rPr lang="en-US" altLang="ko-KR" dirty="0"/>
              <a:t>Ansible </a:t>
            </a:r>
            <a:r>
              <a:rPr lang="ko-KR" altLang="en-US" dirty="0"/>
              <a:t>자동화</a:t>
            </a:r>
            <a:r>
              <a:rPr lang="en-US" altLang="ko-KR" dirty="0"/>
              <a:t> 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4005181-4ECD-48E9-6E87-176D717B2DF7}"/>
              </a:ext>
            </a:extLst>
          </p:cNvPr>
          <p:cNvSpPr/>
          <p:nvPr/>
        </p:nvSpPr>
        <p:spPr>
          <a:xfrm>
            <a:off x="4223311" y="1209368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ADDFC6-5906-EF80-26EB-6A2AEA79E449}"/>
              </a:ext>
            </a:extLst>
          </p:cNvPr>
          <p:cNvSpPr txBox="1"/>
          <p:nvPr/>
        </p:nvSpPr>
        <p:spPr>
          <a:xfrm>
            <a:off x="4365523" y="1247987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보험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45EA21E-9AE0-8DCF-7B9A-437B79D822DC}"/>
              </a:ext>
            </a:extLst>
          </p:cNvPr>
          <p:cNvSpPr/>
          <p:nvPr/>
        </p:nvSpPr>
        <p:spPr>
          <a:xfrm>
            <a:off x="9630005" y="1209368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4D6810-85CD-0E2C-782E-35DCC455E018}"/>
              </a:ext>
            </a:extLst>
          </p:cNvPr>
          <p:cNvSpPr txBox="1"/>
          <p:nvPr/>
        </p:nvSpPr>
        <p:spPr>
          <a:xfrm>
            <a:off x="9772217" y="1247987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은행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665BBC9-AC6D-90A9-2B83-AEA1FB921A19}"/>
              </a:ext>
            </a:extLst>
          </p:cNvPr>
          <p:cNvSpPr/>
          <p:nvPr/>
        </p:nvSpPr>
        <p:spPr>
          <a:xfrm>
            <a:off x="6888395" y="1209368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61122D-1E71-9CF3-D1EF-92369F07AB96}"/>
              </a:ext>
            </a:extLst>
          </p:cNvPr>
          <p:cNvSpPr txBox="1"/>
          <p:nvPr/>
        </p:nvSpPr>
        <p:spPr>
          <a:xfrm>
            <a:off x="7030607" y="1247987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인터넷보험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46AD276-515F-FC27-D133-00B6CB7D3D58}"/>
              </a:ext>
            </a:extLst>
          </p:cNvPr>
          <p:cNvSpPr/>
          <p:nvPr/>
        </p:nvSpPr>
        <p:spPr>
          <a:xfrm>
            <a:off x="4081099" y="2959510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D77613-6035-6C58-8C6B-3B592E90A91F}"/>
              </a:ext>
            </a:extLst>
          </p:cNvPr>
          <p:cNvSpPr txBox="1"/>
          <p:nvPr/>
        </p:nvSpPr>
        <p:spPr>
          <a:xfrm>
            <a:off x="4223311" y="2998129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증권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1D28D94-8B0C-9DAE-ECC1-A9DF982388AE}"/>
              </a:ext>
            </a:extLst>
          </p:cNvPr>
          <p:cNvSpPr/>
          <p:nvPr/>
        </p:nvSpPr>
        <p:spPr>
          <a:xfrm>
            <a:off x="6062693" y="2974882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D85591-C8B5-5DCE-19B4-0CC7E59B0F7F}"/>
              </a:ext>
            </a:extLst>
          </p:cNvPr>
          <p:cNvSpPr txBox="1"/>
          <p:nvPr/>
        </p:nvSpPr>
        <p:spPr>
          <a:xfrm>
            <a:off x="6204905" y="3013501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카드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F93DBC1-5D1D-0916-99CC-1C2FD45538C9}"/>
              </a:ext>
            </a:extLst>
          </p:cNvPr>
          <p:cNvSpPr/>
          <p:nvPr/>
        </p:nvSpPr>
        <p:spPr>
          <a:xfrm>
            <a:off x="8060546" y="2998130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324B7C-63C3-E235-E265-8D96BF1CB91D}"/>
              </a:ext>
            </a:extLst>
          </p:cNvPr>
          <p:cNvSpPr txBox="1"/>
          <p:nvPr/>
        </p:nvSpPr>
        <p:spPr>
          <a:xfrm>
            <a:off x="8202758" y="3036749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헬스케어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55F7C9D-A9EF-A0D4-C2BB-0FEC641F1410}"/>
              </a:ext>
            </a:extLst>
          </p:cNvPr>
          <p:cNvSpPr/>
          <p:nvPr/>
        </p:nvSpPr>
        <p:spPr>
          <a:xfrm>
            <a:off x="10023471" y="2998130"/>
            <a:ext cx="1759974" cy="9082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CDE1C88-BE5C-DA5D-17F5-A3D1DAD99F7C}"/>
              </a:ext>
            </a:extLst>
          </p:cNvPr>
          <p:cNvSpPr txBox="1"/>
          <p:nvPr/>
        </p:nvSpPr>
        <p:spPr>
          <a:xfrm>
            <a:off x="10165683" y="3036749"/>
            <a:ext cx="141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병원 </a:t>
            </a:r>
            <a:r>
              <a:rPr lang="en-US" altLang="ko-KR" sz="1200" dirty="0"/>
              <a:t>( )</a:t>
            </a:r>
          </a:p>
          <a:p>
            <a:r>
              <a:rPr lang="en-US" altLang="ko-KR" sz="1200" dirty="0"/>
              <a:t>CPU</a:t>
            </a:r>
          </a:p>
          <a:p>
            <a:r>
              <a:rPr lang="en-US" altLang="ko-KR" sz="1200" dirty="0"/>
              <a:t>Memory</a:t>
            </a:r>
          </a:p>
          <a:p>
            <a:r>
              <a:rPr lang="en-US" altLang="ko-KR" sz="1200" dirty="0"/>
              <a:t>API </a:t>
            </a:r>
            <a:r>
              <a:rPr lang="ko-KR" altLang="en-US" sz="1200" dirty="0"/>
              <a:t>연결 상태 </a:t>
            </a:r>
            <a:r>
              <a:rPr lang="en-US" altLang="ko-KR" sz="1200" dirty="0"/>
              <a:t>( )</a:t>
            </a:r>
            <a:endParaRPr lang="ko-KR" altLang="en-US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72FB688-F22F-160B-0B1E-45E1096FAB9B}"/>
              </a:ext>
            </a:extLst>
          </p:cNvPr>
          <p:cNvSpPr txBox="1"/>
          <p:nvPr/>
        </p:nvSpPr>
        <p:spPr>
          <a:xfrm>
            <a:off x="4202237" y="5368992"/>
            <a:ext cx="7437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심박수</a:t>
            </a:r>
            <a:r>
              <a:rPr lang="en-US" altLang="ko-KR" dirty="0"/>
              <a:t>		</a:t>
            </a:r>
            <a:r>
              <a:rPr lang="ko-KR" altLang="en-US" dirty="0"/>
              <a:t>혈압</a:t>
            </a:r>
            <a:r>
              <a:rPr lang="en-US" altLang="ko-KR" dirty="0"/>
              <a:t>			</a:t>
            </a:r>
            <a:r>
              <a:rPr lang="ko-KR" altLang="en-US" dirty="0"/>
              <a:t>산소포화도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운동량</a:t>
            </a:r>
            <a:r>
              <a:rPr lang="en-US" altLang="ko-KR" dirty="0"/>
              <a:t>		</a:t>
            </a:r>
            <a:r>
              <a:rPr lang="ko-KR" altLang="en-US" dirty="0"/>
              <a:t>이상이벤트</a:t>
            </a:r>
            <a:r>
              <a:rPr lang="en-US" altLang="ko-KR" dirty="0"/>
              <a:t>		</a:t>
            </a:r>
            <a:r>
              <a:rPr lang="ko-KR" altLang="en-US" dirty="0"/>
              <a:t>데이터 송신 상태</a:t>
            </a:r>
            <a:r>
              <a:rPr lang="en-US" altLang="ko-KR" dirty="0"/>
              <a:t>( )</a:t>
            </a:r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DE1892-FF95-B498-C3EA-2C30565BA7AD}"/>
              </a:ext>
            </a:extLst>
          </p:cNvPr>
          <p:cNvSpPr txBox="1"/>
          <p:nvPr/>
        </p:nvSpPr>
        <p:spPr>
          <a:xfrm>
            <a:off x="4223311" y="4915124"/>
            <a:ext cx="312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 </a:t>
            </a:r>
            <a:r>
              <a:rPr lang="en-US" altLang="ko-KR" dirty="0"/>
              <a:t>ID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385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217</Words>
  <Application>Microsoft Office PowerPoint</Application>
  <PresentationFormat>와이드스크린</PresentationFormat>
  <Paragraphs>84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campus3 S026</dc:creator>
  <cp:lastModifiedBy>campus3 S026</cp:lastModifiedBy>
  <cp:revision>1</cp:revision>
  <dcterms:created xsi:type="dcterms:W3CDTF">2026-05-16T08:06:37Z</dcterms:created>
  <dcterms:modified xsi:type="dcterms:W3CDTF">2026-05-16T09:23:44Z</dcterms:modified>
</cp:coreProperties>
</file>